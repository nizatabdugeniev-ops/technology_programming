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18" d="100"/>
          <a:sy n="118" d="100"/>
        </p:scale>
        <p:origin x="2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0965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EC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ПРОЕКТ 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/ 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51215" y="6355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ВВЕДЕНИЕ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Система учёта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посещаемости студентов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 smtClean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</a:t>
            </a:r>
            <a:r>
              <a:rPr lang="ru-RU" sz="1800" i="1" dirty="0" smtClean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РО - 1</a:t>
            </a:r>
            <a:endParaRPr lang="en-US" sz="1800" i="1" dirty="0" smtClean="0">
              <a:solidFill>
                <a:srgbClr val="1F3DA8"/>
              </a:solidFill>
              <a:latin typeface="Helvetica Neue" pitchFamily="34" charset="0"/>
              <a:ea typeface="Helvetica Neue" pitchFamily="34" charset="-122"/>
              <a:cs typeface="Helvetica Neue" pitchFamily="34" charset="-120"/>
            </a:endParaRPr>
          </a:p>
          <a:p>
            <a:pPr marL="0" indent="0">
              <a:buNone/>
            </a:pPr>
            <a:r>
              <a:rPr lang="en-US" sz="1800" i="1" dirty="0" err="1" smtClean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Веб-приложение</a:t>
            </a:r>
            <a:r>
              <a:rPr lang="en-US" sz="1800" i="1" dirty="0" smtClean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r>
              <a:rPr lang="en-US" sz="1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на HTML, CSS и JavaScript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1624" y="4807731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Регистрация посещений · Поиск · Статистика · Управление студентами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Предметная область: </a:t>
            </a:r>
            <a:r>
              <a:rPr lang="en-US" sz="1500" dirty="0" err="1" smtClean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Образование</a:t>
            </a:r>
            <a:endParaRPr lang="ru-RU" sz="1500" dirty="0" smtClean="0">
              <a:solidFill>
                <a:srgbClr val="6B6B6B"/>
              </a:solidFill>
              <a:latin typeface="Helvetica Neue" pitchFamily="34" charset="0"/>
              <a:ea typeface="Helvetica Neue" pitchFamily="34" charset="-122"/>
              <a:cs typeface="Helvetica Neue" pitchFamily="34" charset="-120"/>
            </a:endParaRPr>
          </a:p>
          <a:p>
            <a:pPr marL="0" indent="0">
              <a:buNone/>
            </a:pPr>
            <a:endParaRPr lang="ru-RU" sz="1500" dirty="0">
              <a:solidFill>
                <a:srgbClr val="6B6B6B"/>
              </a:solidFill>
              <a:ea typeface="Helvetica Neue" pitchFamily="34" charset="-122"/>
            </a:endParaRPr>
          </a:p>
          <a:p>
            <a:pPr marL="0" indent="0">
              <a:buNone/>
            </a:pPr>
            <a:endParaRPr lang="ru-RU" sz="1500" dirty="0" smtClean="0">
              <a:solidFill>
                <a:srgbClr val="6B6B6B"/>
              </a:solidFill>
              <a:ea typeface="Helvetica Neue" pitchFamily="34" charset="-122"/>
            </a:endParaRPr>
          </a:p>
          <a:p>
            <a:pPr marL="0" indent="0">
              <a:buNone/>
            </a:pPr>
            <a:r>
              <a:rPr lang="ru-RU" sz="1500" dirty="0" smtClean="0">
                <a:solidFill>
                  <a:srgbClr val="6B6B6B"/>
                </a:solidFill>
                <a:ea typeface="Helvetica Neue" pitchFamily="34" charset="-122"/>
              </a:rPr>
              <a:t>Выполнил </a:t>
            </a:r>
            <a:r>
              <a:rPr lang="ru-RU" sz="1500" dirty="0" err="1" smtClean="0">
                <a:solidFill>
                  <a:srgbClr val="6B6B6B"/>
                </a:solidFill>
                <a:ea typeface="Helvetica Neue" pitchFamily="34" charset="-122"/>
              </a:rPr>
              <a:t>Нижат</a:t>
            </a:r>
            <a:r>
              <a:rPr lang="ru-RU" sz="1500" dirty="0" smtClean="0">
                <a:solidFill>
                  <a:srgbClr val="6B6B6B"/>
                </a:solidFill>
                <a:ea typeface="Helvetica Neue" pitchFamily="34" charset="-122"/>
              </a:rPr>
              <a:t> </a:t>
            </a:r>
            <a:r>
              <a:rPr lang="ru-RU" sz="1500" dirty="0" err="1" smtClean="0">
                <a:solidFill>
                  <a:srgbClr val="6B6B6B"/>
                </a:solidFill>
                <a:ea typeface="Helvetica Neue" pitchFamily="34" charset="-122"/>
              </a:rPr>
              <a:t>Абдуганиев</a:t>
            </a:r>
            <a:r>
              <a:rPr lang="ru-RU" sz="1500" dirty="0" smtClean="0">
                <a:solidFill>
                  <a:srgbClr val="6B6B6B"/>
                </a:solidFill>
                <a:ea typeface="Helvetica Neue" pitchFamily="34" charset="-122"/>
              </a:rPr>
              <a:t> </a:t>
            </a:r>
          </a:p>
          <a:p>
            <a:pPr marL="0" indent="0">
              <a:buNone/>
            </a:pPr>
            <a:r>
              <a:rPr lang="ru-RU" sz="1500" dirty="0" smtClean="0">
                <a:solidFill>
                  <a:srgbClr val="6B6B6B"/>
                </a:solidFill>
                <a:ea typeface="Helvetica Neue" pitchFamily="34" charset="-122"/>
              </a:rPr>
              <a:t>Группы ИС 25-21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C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 smtClean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</a:t>
            </a:r>
            <a:r>
              <a:rPr lang="ru-RU" sz="1100" kern="0" spc="150" dirty="0" smtClean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-</a:t>
            </a:r>
            <a:r>
              <a:rPr lang="en-US" sz="1100" kern="0" spc="150" dirty="0" smtClean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r>
              <a:rPr lang="en-US" sz="1100" kern="0" spc="15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ПОЛЬЗОВАТЕЛИ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/ 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51215" y="6355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СЦЕНАРИИ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Пользователи и сценарии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21208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Преподаватель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Отмечает посещаемость на занятии.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Просматривает статистику по студентам.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Ищет записи по предмету и дате.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Несёт ответственность за достоверность данных.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64592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828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Студент / методист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55080" y="237744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Просматривает свою посещаемость.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Видит процент посещения занятий.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Методист добавляет новых студентов.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Фильтрует список по группам.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C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 smtClean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</a:t>
            </a:r>
            <a:r>
              <a:rPr lang="ru-RU" sz="1100" kern="0" spc="150" dirty="0" smtClean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-  </a:t>
            </a:r>
            <a:r>
              <a:rPr lang="en-US" sz="1100" kern="0" spc="150" dirty="0" smtClean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r>
              <a:rPr lang="en-US" sz="1100" kern="0" spc="15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МОДЕЛЬ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/ 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51215" y="6355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ДАННЫЕ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Модель данных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Две основные сущности, хранящиеся в localStorage браузера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1206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1F3D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Student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 — идентификатор (S001)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name — ФИО студента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group — учебная группа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35040" y="2011680"/>
            <a:ext cx="548640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1F3D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AttendanceRecord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263640" y="283464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studentId — связь со студентом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subject — предмет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date — дата занятия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status — присутствует / отсутствует / опоздал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teacher — преподаватель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C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 smtClean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</a:t>
            </a:r>
            <a:r>
              <a:rPr lang="ru-RU" sz="1100" kern="0" spc="150" dirty="0" smtClean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-</a:t>
            </a:r>
            <a:r>
              <a:rPr lang="en-US" sz="1100" kern="0" spc="150" dirty="0" smtClean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r>
              <a:rPr lang="en-US" sz="1100" kern="0" spc="15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ФУНКЦИИ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/ 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51215" y="6355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Основные возможности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Регистрация посещения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0299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Форма с выбором студента, предмета, даты и статуса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Поиск записей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0815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Фильтрация по ID студента и названию предмета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160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Статистика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41330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Процент посещаемости с учётом опозданий (0,5)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800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7160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Управление студентами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51846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Добавление и просмотр списка студентов</a:t>
            </a:r>
            <a:endParaRPr lang="en-US" sz="1400" dirty="0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674" y="1899755"/>
            <a:ext cx="4637739" cy="1570676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440" y="247855"/>
            <a:ext cx="4489728" cy="15169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440" y="3564079"/>
            <a:ext cx="4682025" cy="27910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C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 smtClean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</a:t>
            </a:r>
            <a:r>
              <a:rPr lang="ru-RU" sz="1100" kern="0" spc="150" dirty="0" smtClean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-</a:t>
            </a:r>
            <a:r>
              <a:rPr lang="en-US" sz="1100" kern="0" spc="150" dirty="0" smtClean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r>
              <a:rPr lang="en-US" sz="1100" kern="0" spc="15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КАЧЕСТВО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</a:t>
            </a: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/ </a:t>
            </a:r>
            <a:r>
              <a:rPr lang="en-US" sz="1000" dirty="0" smtClean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51215" y="6355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ИНТЕРФЕЙС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Проверка ввода и интерфейс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521208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Валидация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7696" y="2889333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Формат ID (S + цифры)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Обязательные поля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Проверка дублирования ID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Минимальная длина ФИО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Корректный статус посещения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0" y="164592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Интерфейс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22890" y="2668398"/>
            <a:ext cx="4846320" cy="1854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Вкладки: Регистрация, Поиск, Статистика, Студенты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Формы с подсказками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Таблицы результатов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Сообщения об успехе и ошибках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Данные сохраняются в браузере</a:t>
            </a:r>
            <a:endParaRPr lang="en-US" sz="1500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499" y="2297832"/>
            <a:ext cx="4877481" cy="581106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170" y="2236560"/>
            <a:ext cx="4864025" cy="13055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C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 smtClean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</a:t>
            </a:r>
            <a:r>
              <a:rPr lang="ru-RU" sz="1100" kern="0" spc="150" dirty="0" smtClean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-</a:t>
            </a:r>
            <a:r>
              <a:rPr lang="en-US" sz="1100" kern="0" spc="150" dirty="0" smtClean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r>
              <a:rPr lang="en-US" sz="1100" kern="0" spc="15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РЕЗУЛЬТАТ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</a:t>
            </a: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/ </a:t>
            </a:r>
            <a:r>
              <a:rPr lang="en-US" sz="1000" dirty="0" smtClean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51215" y="6355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ДЕМО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Демонстрация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Одностраничное веб-приложение. Работает локально в браузере без сервера.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20848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0240" y="265176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594" y="2017564"/>
            <a:ext cx="8826821" cy="43375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287</Words>
  <Application>Microsoft Office PowerPoint</Application>
  <PresentationFormat>Широкоэкранный</PresentationFormat>
  <Paragraphs>84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Helvetica Neue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учёта посещаемости — Веб-версия</dc:title>
  <dc:subject>PptxGenJS Presentation</dc:subject>
  <dc:creator>Защита проекта</dc:creator>
  <cp:lastModifiedBy>Student</cp:lastModifiedBy>
  <cp:revision>4</cp:revision>
  <dcterms:created xsi:type="dcterms:W3CDTF">2026-10-15T10:11:48Z</dcterms:created>
  <dcterms:modified xsi:type="dcterms:W3CDTF">2026-10-15T11:02:26Z</dcterms:modified>
</cp:coreProperties>
</file>